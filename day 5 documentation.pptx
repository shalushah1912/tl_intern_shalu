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998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3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6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9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8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6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8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5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2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24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0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12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85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0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8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6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6DD8F9E-574D-4BDA-B3F1-065EA893FA90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2CABB56-552E-4089-99E9-BCCF1EA3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2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mbulab.com/en/download/studio?utm_source=chatgpt.com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550F4-FA60-B743-24D6-0E50DEEF0B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1500" b="1" dirty="0">
                <a:solidFill>
                  <a:schemeClr val="tx2">
                    <a:lumMod val="50000"/>
                  </a:schemeClr>
                </a:solidFill>
                <a:latin typeface="Algerian" panose="04020705040A02060702" pitchFamily="82" charset="0"/>
              </a:rPr>
              <a:t>WELCOME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92140-6492-B924-35F3-6F0FDC7E02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DAY 5 :- 3 D PRINTING USING BAMBOO STUDIO</a:t>
            </a:r>
          </a:p>
        </p:txBody>
      </p:sp>
    </p:spTree>
    <p:extLst>
      <p:ext uri="{BB962C8B-B14F-4D97-AF65-F5344CB8AC3E}">
        <p14:creationId xmlns:p14="http://schemas.microsoft.com/office/powerpoint/2010/main" val="33648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A1408BD7-B00A-2D1C-1E61-70A69089E27E}"/>
              </a:ext>
            </a:extLst>
          </p:cNvPr>
          <p:cNvSpPr/>
          <p:nvPr/>
        </p:nvSpPr>
        <p:spPr>
          <a:xfrm>
            <a:off x="1447800" y="772886"/>
            <a:ext cx="9318171" cy="4974771"/>
          </a:xfrm>
          <a:prstGeom prst="foldedCorner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b="1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What is Bambu Studio?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Bambu Studio is a slicing software developed by Bambu Lab for preparing 3D models before printing.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converts 3D designs into instructions (G-code) that a 3D printer can understand and print layer by layer.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It is mainly used for: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Preparing 3D models for printing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Adjusting print settings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Slicing models into layers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Monitoring the printing process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Managing multiple colors and materials</a:t>
            </a:r>
          </a:p>
        </p:txBody>
      </p:sp>
    </p:spTree>
    <p:extLst>
      <p:ext uri="{BB962C8B-B14F-4D97-AF65-F5344CB8AC3E}">
        <p14:creationId xmlns:p14="http://schemas.microsoft.com/office/powerpoint/2010/main" val="428040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1AD93-E84A-2B64-1B1B-FD9C12311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658" y="203811"/>
            <a:ext cx="7237897" cy="4553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B06D95-D357-5465-8AD2-F7CB0A6DDDBD}"/>
              </a:ext>
            </a:extLst>
          </p:cNvPr>
          <p:cNvSpPr txBox="1"/>
          <p:nvPr/>
        </p:nvSpPr>
        <p:spPr>
          <a:xfrm>
            <a:off x="544287" y="3940629"/>
            <a:ext cx="65967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Install Bambu Studio</a:t>
            </a:r>
          </a:p>
          <a:p>
            <a:r>
              <a:rPr lang="en-US" sz="2000" b="1" dirty="0"/>
              <a:t>Open the official website:</a:t>
            </a:r>
            <a:br>
              <a:rPr lang="en-US" sz="2000" b="1" dirty="0"/>
            </a:br>
            <a:r>
              <a:rPr lang="en-US" sz="2000" b="1" dirty="0">
                <a:hlinkClick r:id="rId3"/>
              </a:rPr>
              <a:t>Bambu Studio</a:t>
            </a:r>
            <a:r>
              <a:rPr lang="en-US" sz="2000" b="1" dirty="0"/>
              <a:t> </a:t>
            </a:r>
          </a:p>
          <a:p>
            <a:r>
              <a:rPr lang="en-US" sz="2000" b="1" dirty="0"/>
              <a:t>Download the software for your system: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Windows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Linux </a:t>
            </a:r>
          </a:p>
          <a:p>
            <a:r>
              <a:rPr lang="en-US" sz="2000" b="1" dirty="0"/>
              <a:t>Install the software by following the setup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47426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C97840-D38C-3D3F-A5EC-2213BF49F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998" y="198437"/>
            <a:ext cx="8194877" cy="4647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6487E6-DF99-0993-7DD1-8F8735373F29}"/>
              </a:ext>
            </a:extLst>
          </p:cNvPr>
          <p:cNvSpPr txBox="1"/>
          <p:nvPr/>
        </p:nvSpPr>
        <p:spPr>
          <a:xfrm>
            <a:off x="81024" y="4412794"/>
            <a:ext cx="59146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Open Bambu Studio</a:t>
            </a:r>
          </a:p>
          <a:p>
            <a:r>
              <a:rPr lang="en-US" sz="2800" dirty="0"/>
              <a:t>Launch Bambu Studio. </a:t>
            </a:r>
          </a:p>
          <a:p>
            <a:r>
              <a:rPr lang="en-US" sz="2800" dirty="0"/>
              <a:t>Sign in using your Bambu Lab account. </a:t>
            </a:r>
          </a:p>
          <a:p>
            <a:r>
              <a:rPr lang="en-US" sz="2800" dirty="0"/>
              <a:t>Connect your Bambu Lab printer to Wi-Fi. </a:t>
            </a:r>
          </a:p>
        </p:txBody>
      </p:sp>
    </p:spTree>
    <p:extLst>
      <p:ext uri="{BB962C8B-B14F-4D97-AF65-F5344CB8AC3E}">
        <p14:creationId xmlns:p14="http://schemas.microsoft.com/office/powerpoint/2010/main" val="16779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38EC6-3801-FC7F-BD15-6564AFEFC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65" y="347241"/>
            <a:ext cx="8356922" cy="4537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3D00C1-EA9A-05B5-6B1D-D3B94FACCC32}"/>
              </a:ext>
            </a:extLst>
          </p:cNvPr>
          <p:cNvSpPr txBox="1"/>
          <p:nvPr/>
        </p:nvSpPr>
        <p:spPr>
          <a:xfrm>
            <a:off x="1930" y="2845288"/>
            <a:ext cx="60940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Add Your 3D Model</a:t>
            </a:r>
          </a:p>
          <a:p>
            <a:pPr>
              <a:buNone/>
            </a:pPr>
            <a:r>
              <a:rPr lang="en-US" sz="2400" b="1" dirty="0"/>
              <a:t>You can use files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urier New" panose="02070309020205020404" pitchFamily="49" charset="0"/>
              </a:rPr>
              <a:t>.STL</a:t>
            </a:r>
            <a:r>
              <a:rPr lang="en-US" sz="24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urier New" panose="02070309020205020404" pitchFamily="49" charset="0"/>
              </a:rPr>
              <a:t>.OBJ</a:t>
            </a:r>
            <a:r>
              <a:rPr lang="en-US" sz="24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urier New" panose="02070309020205020404" pitchFamily="49" charset="0"/>
              </a:rPr>
              <a:t>.3MF</a:t>
            </a:r>
            <a:r>
              <a:rPr lang="en-US" sz="2400" b="1" dirty="0"/>
              <a:t> </a:t>
            </a:r>
          </a:p>
          <a:p>
            <a:pPr>
              <a:buNone/>
            </a:pPr>
            <a:r>
              <a:rPr lang="en-US" sz="2400" b="1" dirty="0"/>
              <a:t>To import: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Click File → Import 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Or drag and drop the model into the workspace. </a:t>
            </a:r>
          </a:p>
          <a:p>
            <a:pPr>
              <a:buNone/>
            </a:pPr>
            <a:r>
              <a:rPr lang="en-US" sz="2400" b="1" dirty="0"/>
              <a:t>Your 3D model will appear on the build plate.</a:t>
            </a:r>
          </a:p>
        </p:txBody>
      </p:sp>
    </p:spTree>
    <p:extLst>
      <p:ext uri="{BB962C8B-B14F-4D97-AF65-F5344CB8AC3E}">
        <p14:creationId xmlns:p14="http://schemas.microsoft.com/office/powerpoint/2010/main" val="31579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BF32E-D824-9D1B-7C77-812E25B4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A8281A-CE62-B854-99DA-2F833D48F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77868"/>
            <a:ext cx="6923314" cy="3220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A056EA-384B-E0E2-6FEB-53BE7AD31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3429000"/>
            <a:ext cx="7053943" cy="32967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AEE94D-5465-857B-9AD2-451FBF59F91C}"/>
              </a:ext>
            </a:extLst>
          </p:cNvPr>
          <p:cNvSpPr txBox="1"/>
          <p:nvPr/>
        </p:nvSpPr>
        <p:spPr>
          <a:xfrm>
            <a:off x="7968344" y="1295400"/>
            <a:ext cx="31024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Select Your Printer</a:t>
            </a:r>
          </a:p>
          <a:p>
            <a:r>
              <a:rPr lang="en-US" sz="2400" b="1" dirty="0"/>
              <a:t>At the top left:</a:t>
            </a:r>
          </a:p>
          <a:p>
            <a:r>
              <a:rPr lang="en-US" sz="2400" b="1" dirty="0"/>
              <a:t>Choose your printer model: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X1 Carbon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P1S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A1 Mini </a:t>
            </a:r>
          </a:p>
          <a:p>
            <a:pPr lvl="1"/>
            <a:r>
              <a:rPr lang="en-US" sz="2400" b="1" dirty="0"/>
              <a:t>etc. </a:t>
            </a:r>
          </a:p>
          <a:p>
            <a:r>
              <a:rPr lang="en-US" sz="2400" b="1" dirty="0"/>
              <a:t>Select filament type: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PLA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PETG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ABS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TPU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131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D517-E802-66A7-419E-1BBD3B5E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BD109-6EB8-44CA-D0EC-FAAB74A1A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72" y="130627"/>
            <a:ext cx="9024257" cy="3995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53927-3FA0-F06C-AB07-6F70DCE5AB8A}"/>
              </a:ext>
            </a:extLst>
          </p:cNvPr>
          <p:cNvSpPr txBox="1"/>
          <p:nvPr/>
        </p:nvSpPr>
        <p:spPr>
          <a:xfrm>
            <a:off x="43543" y="2914312"/>
            <a:ext cx="55952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Send the File to Printer</a:t>
            </a:r>
          </a:p>
          <a:p>
            <a:r>
              <a:rPr lang="en-US" b="1" dirty="0"/>
              <a:t>Method 1 — Send via Wi-Fi </a:t>
            </a:r>
          </a:p>
          <a:p>
            <a:r>
              <a:rPr lang="en-US" dirty="0"/>
              <a:t>Make sure: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Printer and PC are </a:t>
            </a:r>
          </a:p>
          <a:p>
            <a:pPr lvl="1"/>
            <a:r>
              <a:rPr lang="en-US" dirty="0"/>
              <a:t> on same Wi-Fi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Printer is online </a:t>
            </a:r>
          </a:p>
          <a:p>
            <a:r>
              <a:rPr lang="en-US" dirty="0"/>
              <a:t>Click:</a:t>
            </a:r>
            <a:br>
              <a:rPr lang="en-US" dirty="0"/>
            </a:br>
            <a:r>
              <a:rPr lang="en-US" b="1" dirty="0"/>
              <a:t>Print Plate</a:t>
            </a:r>
            <a:r>
              <a:rPr lang="en-US" dirty="0"/>
              <a:t> </a:t>
            </a:r>
          </a:p>
          <a:p>
            <a:r>
              <a:rPr lang="en-US" dirty="0"/>
              <a:t>Select: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Your printer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Filament slot </a:t>
            </a:r>
          </a:p>
          <a:p>
            <a:r>
              <a:rPr lang="en-US" dirty="0"/>
              <a:t>Click:</a:t>
            </a:r>
            <a:br>
              <a:rPr lang="en-US" dirty="0"/>
            </a:br>
            <a:r>
              <a:rPr lang="en-US" b="1" dirty="0"/>
              <a:t>Send Print</a:t>
            </a:r>
            <a:r>
              <a:rPr lang="en-US" dirty="0"/>
              <a:t> </a:t>
            </a:r>
          </a:p>
          <a:p>
            <a:r>
              <a:rPr lang="en-US" dirty="0"/>
              <a:t>The printer will start printing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84932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B7C6C2-98A9-9944-5066-1802555B8EC4}"/>
              </a:ext>
            </a:extLst>
          </p:cNvPr>
          <p:cNvSpPr/>
          <p:nvPr/>
        </p:nvSpPr>
        <p:spPr>
          <a:xfrm>
            <a:off x="4430486" y="250371"/>
            <a:ext cx="3363685" cy="783772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4610F8-C503-7A46-EA49-68F4D2B0ACEB}"/>
              </a:ext>
            </a:extLst>
          </p:cNvPr>
          <p:cNvSpPr/>
          <p:nvPr/>
        </p:nvSpPr>
        <p:spPr>
          <a:xfrm>
            <a:off x="740227" y="1284515"/>
            <a:ext cx="5617029" cy="532311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Bambu Studio is easy and efficient for 3D printing.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It improves print quality and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The software is user-friendly and reliable.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It supports easy printer control and monitoring.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Overall, it makes 3D printing faster and simpler. </a:t>
            </a:r>
          </a:p>
        </p:txBody>
      </p:sp>
    </p:spTree>
    <p:extLst>
      <p:ext uri="{BB962C8B-B14F-4D97-AF65-F5344CB8AC3E}">
        <p14:creationId xmlns:p14="http://schemas.microsoft.com/office/powerpoint/2010/main" val="354206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110</TotalTime>
  <Words>296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Arial Black</vt:lpstr>
      <vt:lpstr>Courier New</vt:lpstr>
      <vt:lpstr>Tw Cen MT</vt:lpstr>
      <vt:lpstr>Droplet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RINKI DEVI SHAH</dc:creator>
  <cp:lastModifiedBy>RINKI DEVI SHAH</cp:lastModifiedBy>
  <cp:revision>2</cp:revision>
  <dcterms:created xsi:type="dcterms:W3CDTF">2026-05-27T06:21:59Z</dcterms:created>
  <dcterms:modified xsi:type="dcterms:W3CDTF">2026-05-27T09:04:20Z</dcterms:modified>
</cp:coreProperties>
</file>